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y="68580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16" roundtripDataSignature="AMtx7miYpd5ApNPKAziWfo729DW5KMQpt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6" Type="http://customschemas.google.com/relationships/presentationmetadata" Target="meta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1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14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14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3" name="Google Shape;23;p1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1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1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15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9" name="Google Shape;29;p1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1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16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16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5" name="Google Shape;35;p1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1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1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1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17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41" name="Google Shape;41;p17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42" name="Google Shape;42;p1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1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1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8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8" name="Google Shape;48;p18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9" name="Google Shape;49;p18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50" name="Google Shape;50;p18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51" name="Google Shape;51;p1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1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1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2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2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2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2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2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 txBox="1"/>
          <p:nvPr/>
        </p:nvSpPr>
        <p:spPr>
          <a:xfrm>
            <a:off x="914400" y="1828800"/>
            <a:ext cx="731520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000" u="none" cap="none" strike="noStrike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청년 커리어 성장 연계형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자원봉사 AI 플랫폼</a:t>
            </a:r>
            <a:endParaRPr/>
          </a:p>
        </p:txBody>
      </p:sp>
      <p:sp>
        <p:nvSpPr>
          <p:cNvPr id="85" name="Google Shape;85;p1"/>
          <p:cNvSpPr txBox="1"/>
          <p:nvPr/>
        </p:nvSpPr>
        <p:spPr>
          <a:xfrm>
            <a:off x="914400" y="3657600"/>
            <a:ext cx="5486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캡스톤 디자인 프로젝트 | 임지연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프로젝트 배경</a:t>
            </a:r>
            <a:endParaRPr/>
          </a:p>
        </p:txBody>
      </p:sp>
      <p:sp>
        <p:nvSpPr>
          <p:cNvPr id="91" name="Google Shape;91;p2"/>
          <p:cNvSpPr txBox="1"/>
          <p:nvPr/>
        </p:nvSpPr>
        <p:spPr>
          <a:xfrm>
            <a:off x="914400" y="1828800"/>
            <a:ext cx="4341253" cy="16312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-청년 자원봉사 참여 감소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-봉사 경험이 커리어와 연결되지 않음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-맞춤형 봉사 정보를 찾기 어려움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프로젝트 목표</a:t>
            </a:r>
            <a:endParaRPr/>
          </a:p>
        </p:txBody>
      </p:sp>
      <p:sp>
        <p:nvSpPr>
          <p:cNvPr id="97" name="Google Shape;97;p3"/>
          <p:cNvSpPr txBox="1"/>
          <p:nvPr/>
        </p:nvSpPr>
        <p:spPr>
          <a:xfrm>
            <a:off x="914400" y="1828800"/>
            <a:ext cx="3804247" cy="16312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-AI 기반 맞춤 봉사 추천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-봉사 경험 → 커리어 포트폴리오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-청년 봉사 커뮤니티 형성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핵심 아이디어</a:t>
            </a:r>
            <a:endParaRPr/>
          </a:p>
        </p:txBody>
      </p:sp>
      <p:sp>
        <p:nvSpPr>
          <p:cNvPr id="103" name="Google Shape;103;p4"/>
          <p:cNvSpPr/>
          <p:nvPr/>
        </p:nvSpPr>
        <p:spPr>
          <a:xfrm>
            <a:off x="914400" y="2743200"/>
            <a:ext cx="1828800" cy="1097280"/>
          </a:xfrm>
          <a:prstGeom prst="roundRect">
            <a:avLst>
              <a:gd fmla="val 16667" name="adj"/>
            </a:avLst>
          </a:prstGeom>
          <a:solidFill>
            <a:srgbClr val="DCDCDC"/>
          </a:solidFill>
          <a:ln cap="flat" cmpd="sng" w="9525">
            <a:solidFill>
              <a:srgbClr val="64646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사용자 정보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4"/>
          <p:cNvSpPr/>
          <p:nvPr/>
        </p:nvSpPr>
        <p:spPr>
          <a:xfrm>
            <a:off x="3657600" y="2743200"/>
            <a:ext cx="1828800" cy="1097280"/>
          </a:xfrm>
          <a:prstGeom prst="roundRect">
            <a:avLst>
              <a:gd fmla="val 16667" name="adj"/>
            </a:avLst>
          </a:prstGeom>
          <a:solidFill>
            <a:srgbClr val="DCDCDC"/>
          </a:solidFill>
          <a:ln cap="flat" cmpd="sng" w="9525">
            <a:solidFill>
              <a:srgbClr val="64646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AI 분석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4"/>
          <p:cNvSpPr/>
          <p:nvPr/>
        </p:nvSpPr>
        <p:spPr>
          <a:xfrm>
            <a:off x="6400800" y="2743200"/>
            <a:ext cx="1828800" cy="1097280"/>
          </a:xfrm>
          <a:prstGeom prst="roundRect">
            <a:avLst>
              <a:gd fmla="val 16667" name="adj"/>
            </a:avLst>
          </a:prstGeom>
          <a:solidFill>
            <a:srgbClr val="DCDCDC"/>
          </a:solidFill>
          <a:ln cap="flat" cmpd="sng" w="9525">
            <a:solidFill>
              <a:srgbClr val="64646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봉사 추천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06" name="Google Shape;106;p4"/>
          <p:cNvCxnSpPr/>
          <p:nvPr/>
        </p:nvCxnSpPr>
        <p:spPr>
          <a:xfrm>
            <a:off x="2743200" y="3291840"/>
            <a:ext cx="914400" cy="0"/>
          </a:xfrm>
          <a:prstGeom prst="straightConnector1">
            <a:avLst/>
          </a:prstGeom>
          <a:noFill/>
          <a:ln cap="flat" cmpd="sng" w="254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cxnSp>
        <p:nvCxnSpPr>
          <p:cNvPr id="107" name="Google Shape;107;p4"/>
          <p:cNvCxnSpPr/>
          <p:nvPr/>
        </p:nvCxnSpPr>
        <p:spPr>
          <a:xfrm>
            <a:off x="5486400" y="3291840"/>
            <a:ext cx="914400" cy="0"/>
          </a:xfrm>
          <a:prstGeom prst="straightConnector1">
            <a:avLst/>
          </a:prstGeom>
          <a:noFill/>
          <a:ln cap="flat" cmpd="sng" w="254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지능형 매칭 시스템</a:t>
            </a:r>
            <a:endParaRPr/>
          </a:p>
        </p:txBody>
      </p:sp>
      <p:sp>
        <p:nvSpPr>
          <p:cNvPr id="113" name="Google Shape;113;p5"/>
          <p:cNvSpPr txBox="1"/>
          <p:nvPr/>
        </p:nvSpPr>
        <p:spPr>
          <a:xfrm>
            <a:off x="914400" y="1828800"/>
            <a:ext cx="3571812" cy="16312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-1365 자원봉사 데이터 활용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-전공 · 관심사 분석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-추천 알고리즘 기반 봉사 매칭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커리어 어시스턴트</a:t>
            </a:r>
            <a:endParaRPr/>
          </a:p>
        </p:txBody>
      </p:sp>
      <p:sp>
        <p:nvSpPr>
          <p:cNvPr id="119" name="Google Shape;119;p6"/>
          <p:cNvSpPr txBox="1"/>
          <p:nvPr/>
        </p:nvSpPr>
        <p:spPr>
          <a:xfrm>
            <a:off x="914400" y="1828800"/>
            <a:ext cx="2744662" cy="16312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-봉사 후기 입력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-AI가 내용 분석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-자소서 문장 자동 생성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AI 챗봇 서비스</a:t>
            </a:r>
            <a:endParaRPr/>
          </a:p>
        </p:txBody>
      </p:sp>
      <p:sp>
        <p:nvSpPr>
          <p:cNvPr id="125" name="Google Shape;125;p7"/>
          <p:cNvSpPr txBox="1"/>
          <p:nvPr/>
        </p:nvSpPr>
        <p:spPr>
          <a:xfrm>
            <a:off x="914400" y="1828800"/>
            <a:ext cx="2802370" cy="16312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-24시간 질문 응답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-봉사 추천 및 일정 안내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-자연어 처리 기술 활용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기술 스택 구조</a:t>
            </a:r>
            <a:endParaRPr/>
          </a:p>
        </p:txBody>
      </p:sp>
      <p:sp>
        <p:nvSpPr>
          <p:cNvPr id="131" name="Google Shape;131;p8"/>
          <p:cNvSpPr/>
          <p:nvPr/>
        </p:nvSpPr>
        <p:spPr>
          <a:xfrm>
            <a:off x="914400" y="2743200"/>
            <a:ext cx="1828800" cy="1097280"/>
          </a:xfrm>
          <a:prstGeom prst="rect">
            <a:avLst/>
          </a:prstGeom>
          <a:solidFill>
            <a:srgbClr val="D2D2D2"/>
          </a:solidFill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Frontend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Flutter</a:t>
            </a:r>
            <a:endParaRPr/>
          </a:p>
        </p:txBody>
      </p:sp>
      <p:sp>
        <p:nvSpPr>
          <p:cNvPr id="132" name="Google Shape;132;p8"/>
          <p:cNvSpPr/>
          <p:nvPr/>
        </p:nvSpPr>
        <p:spPr>
          <a:xfrm>
            <a:off x="3657600" y="2743200"/>
            <a:ext cx="1828800" cy="1097280"/>
          </a:xfrm>
          <a:prstGeom prst="rect">
            <a:avLst/>
          </a:prstGeom>
          <a:solidFill>
            <a:srgbClr val="D2D2D2"/>
          </a:solidFill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Backend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FastAPI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8"/>
          <p:cNvSpPr/>
          <p:nvPr/>
        </p:nvSpPr>
        <p:spPr>
          <a:xfrm>
            <a:off x="6400800" y="2743200"/>
            <a:ext cx="1828800" cy="1097280"/>
          </a:xfrm>
          <a:prstGeom prst="rect">
            <a:avLst/>
          </a:prstGeom>
          <a:solidFill>
            <a:srgbClr val="D2D2D2"/>
          </a:solidFill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DB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PostgreSQL + Pinecone</a:t>
            </a:r>
            <a:endParaRPr/>
          </a:p>
        </p:txBody>
      </p:sp>
      <p:cxnSp>
        <p:nvCxnSpPr>
          <p:cNvPr id="134" name="Google Shape;134;p8"/>
          <p:cNvCxnSpPr/>
          <p:nvPr/>
        </p:nvCxnSpPr>
        <p:spPr>
          <a:xfrm>
            <a:off x="2743200" y="3291840"/>
            <a:ext cx="914400" cy="0"/>
          </a:xfrm>
          <a:prstGeom prst="straightConnector1">
            <a:avLst/>
          </a:prstGeom>
          <a:noFill/>
          <a:ln cap="flat" cmpd="sng" w="254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cxnSp>
        <p:nvCxnSpPr>
          <p:cNvPr id="135" name="Google Shape;135;p8"/>
          <p:cNvCxnSpPr/>
          <p:nvPr/>
        </p:nvCxnSpPr>
        <p:spPr>
          <a:xfrm>
            <a:off x="5486400" y="3272790"/>
            <a:ext cx="914400" cy="0"/>
          </a:xfrm>
          <a:prstGeom prst="straightConnector1">
            <a:avLst/>
          </a:prstGeom>
          <a:noFill/>
          <a:ln cap="flat" cmpd="sng" w="254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활용 AI 기술</a:t>
            </a:r>
            <a:endParaRPr/>
          </a:p>
        </p:txBody>
      </p:sp>
      <p:sp>
        <p:nvSpPr>
          <p:cNvPr id="141" name="Google Shape;141;p9"/>
          <p:cNvSpPr txBox="1"/>
          <p:nvPr/>
        </p:nvSpPr>
        <p:spPr>
          <a:xfrm>
            <a:off x="914400" y="1828800"/>
            <a:ext cx="2223686" cy="224676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-생성형 AI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-추천 시스템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-벡터 임베딩 검색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-자연어 처리 (NLP)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기대 효과</a:t>
            </a:r>
            <a:endParaRPr/>
          </a:p>
        </p:txBody>
      </p:sp>
      <p:sp>
        <p:nvSpPr>
          <p:cNvPr id="147" name="Google Shape;147;p10"/>
          <p:cNvSpPr txBox="1"/>
          <p:nvPr/>
        </p:nvSpPr>
        <p:spPr>
          <a:xfrm>
            <a:off x="914400" y="1828800"/>
            <a:ext cx="76776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커리어와 봉사 경험 </a:t>
            </a: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연결</a:t>
            </a: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               </a:t>
            </a: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청년 봉사 참여율 증가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-지속 가능한 봉사 네트워크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48" name="Google Shape;148;p10"/>
          <p:cNvCxnSpPr/>
          <p:nvPr/>
        </p:nvCxnSpPr>
        <p:spPr>
          <a:xfrm flipH="1" rot="10800000">
            <a:off x="3728875" y="2033825"/>
            <a:ext cx="964800" cy="36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</cp:coreProperties>
</file>